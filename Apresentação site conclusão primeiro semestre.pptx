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 rtl="0">
      <a:defRPr lang="pt-p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69EC18-FFAA-6071-A965-D98F4FD66170}" v="207" dt="2024-11-04T18:13:26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 autoAdjust="0"/>
  </p:normalViewPr>
  <p:slideViewPr>
    <p:cSldViewPr snapToGrid="0">
      <p:cViewPr varScale="1">
        <p:scale>
          <a:sx n="108" d="100"/>
          <a:sy n="108" d="100"/>
        </p:scale>
        <p:origin x="72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6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 ARTHUR GARCIA FERNANDES MACHADO" userId="S::mac.machado@fatec.sp.gov.br::a0042f57-03f5-47f4-a1dd-6e71ac288a19" providerId="AD" clId="Web-{4269EC18-FFAA-6071-A965-D98F4FD66170}"/>
    <pc:docChg chg="addSld delSld modSld addMainMaster delMainMaster">
      <pc:chgData name="MAC ARTHUR GARCIA FERNANDES MACHADO" userId="S::mac.machado@fatec.sp.gov.br::a0042f57-03f5-47f4-a1dd-6e71ac288a19" providerId="AD" clId="Web-{4269EC18-FFAA-6071-A965-D98F4FD66170}" dt="2024-11-04T18:13:38.641" v="206"/>
      <pc:docMkLst>
        <pc:docMk/>
      </pc:docMkLst>
      <pc:sldChg chg="addSp modSp mod setBg modClrScheme chgLayout">
        <pc:chgData name="MAC ARTHUR GARCIA FERNANDES MACHADO" userId="S::mac.machado@fatec.sp.gov.br::a0042f57-03f5-47f4-a1dd-6e71ac288a19" providerId="AD" clId="Web-{4269EC18-FFAA-6071-A965-D98F4FD66170}" dt="2024-11-04T17:55:00.977" v="100" actId="20577"/>
        <pc:sldMkLst>
          <pc:docMk/>
          <pc:sldMk cId="553726541" sldId="256"/>
        </pc:sldMkLst>
        <pc:spChg chg="mod">
          <ac:chgData name="MAC ARTHUR GARCIA FERNANDES MACHADO" userId="S::mac.machado@fatec.sp.gov.br::a0042f57-03f5-47f4-a1dd-6e71ac288a19" providerId="AD" clId="Web-{4269EC18-FFAA-6071-A965-D98F4FD66170}" dt="2024-11-04T17:54:37.039" v="98" actId="20577"/>
          <ac:spMkLst>
            <pc:docMk/>
            <pc:sldMk cId="553726541" sldId="256"/>
            <ac:spMk id="2" creationId="{9FB28281-3783-403A-B1AB-0182A003DFE3}"/>
          </ac:spMkLst>
        </pc:spChg>
        <pc:spChg chg="mod">
          <ac:chgData name="MAC ARTHUR GARCIA FERNANDES MACHADO" userId="S::mac.machado@fatec.sp.gov.br::a0042f57-03f5-47f4-a1dd-6e71ac288a19" providerId="AD" clId="Web-{4269EC18-FFAA-6071-A965-D98F4FD66170}" dt="2024-11-04T17:55:00.977" v="100" actId="20577"/>
          <ac:spMkLst>
            <pc:docMk/>
            <pc:sldMk cId="553726541" sldId="256"/>
            <ac:spMk id="3" creationId="{C4542EAC-8BF3-4BFD-9891-145BC49409C2}"/>
          </ac:spMkLst>
        </pc:spChg>
        <pc:spChg chg="add">
          <ac:chgData name="MAC ARTHUR GARCIA FERNANDES MACHADO" userId="S::mac.machado@fatec.sp.gov.br::a0042f57-03f5-47f4-a1dd-6e71ac288a19" providerId="AD" clId="Web-{4269EC18-FFAA-6071-A965-D98F4FD66170}" dt="2024-11-04T17:47:37.852" v="0"/>
          <ac:spMkLst>
            <pc:docMk/>
            <pc:sldMk cId="553726541" sldId="256"/>
            <ac:spMk id="9" creationId="{1E644DE9-8D09-43E2-BA69-F57482CFC93A}"/>
          </ac:spMkLst>
        </pc:spChg>
        <pc:spChg chg="add">
          <ac:chgData name="MAC ARTHUR GARCIA FERNANDES MACHADO" userId="S::mac.machado@fatec.sp.gov.br::a0042f57-03f5-47f4-a1dd-6e71ac288a19" providerId="AD" clId="Web-{4269EC18-FFAA-6071-A965-D98F4FD66170}" dt="2024-11-04T17:47:37.852" v="0"/>
          <ac:spMkLst>
            <pc:docMk/>
            <pc:sldMk cId="553726541" sldId="256"/>
            <ac:spMk id="11" creationId="{6C23C919-B32E-40FF-B3D8-631316E84E3E}"/>
          </ac:spMkLst>
        </pc:spChg>
        <pc:picChg chg="add">
          <ac:chgData name="MAC ARTHUR GARCIA FERNANDES MACHADO" userId="S::mac.machado@fatec.sp.gov.br::a0042f57-03f5-47f4-a1dd-6e71ac288a19" providerId="AD" clId="Web-{4269EC18-FFAA-6071-A965-D98F4FD66170}" dt="2024-11-04T17:47:37.852" v="0"/>
          <ac:picMkLst>
            <pc:docMk/>
            <pc:sldMk cId="553726541" sldId="256"/>
            <ac:picMk id="4" creationId="{B75F0CE7-DA2C-F9E9-5697-D72FEE88DF26}"/>
          </ac:picMkLst>
        </pc:picChg>
      </pc:sldChg>
      <pc:sldChg chg="modSp new addAnim">
        <pc:chgData name="MAC ARTHUR GARCIA FERNANDES MACHADO" userId="S::mac.machado@fatec.sp.gov.br::a0042f57-03f5-47f4-a1dd-6e71ac288a19" providerId="AD" clId="Web-{4269EC18-FFAA-6071-A965-D98F4FD66170}" dt="2024-11-04T17:56:12.808" v="115"/>
        <pc:sldMkLst>
          <pc:docMk/>
          <pc:sldMk cId="604516203" sldId="257"/>
        </pc:sldMkLst>
        <pc:spChg chg="mod">
          <ac:chgData name="MAC ARTHUR GARCIA FERNANDES MACHADO" userId="S::mac.machado@fatec.sp.gov.br::a0042f57-03f5-47f4-a1dd-6e71ac288a19" providerId="AD" clId="Web-{4269EC18-FFAA-6071-A965-D98F4FD66170}" dt="2024-11-04T17:55:38.509" v="104" actId="20577"/>
          <ac:spMkLst>
            <pc:docMk/>
            <pc:sldMk cId="604516203" sldId="257"/>
            <ac:spMk id="2" creationId="{20BDEA90-24D7-30B6-1D72-4FB88BB0409B}"/>
          </ac:spMkLst>
        </pc:spChg>
        <pc:spChg chg="mod">
          <ac:chgData name="MAC ARTHUR GARCIA FERNANDES MACHADO" userId="S::mac.machado@fatec.sp.gov.br::a0042f57-03f5-47f4-a1dd-6e71ac288a19" providerId="AD" clId="Web-{4269EC18-FFAA-6071-A965-D98F4FD66170}" dt="2024-11-04T17:56:01.635" v="114" actId="20577"/>
          <ac:spMkLst>
            <pc:docMk/>
            <pc:sldMk cId="604516203" sldId="257"/>
            <ac:spMk id="3" creationId="{D29CD4EE-67B5-0676-1C58-32CF268BAE5B}"/>
          </ac:spMkLst>
        </pc:spChg>
      </pc:sldChg>
      <pc:sldChg chg="addSp delSp modSp new">
        <pc:chgData name="MAC ARTHUR GARCIA FERNANDES MACHADO" userId="S::mac.machado@fatec.sp.gov.br::a0042f57-03f5-47f4-a1dd-6e71ac288a19" providerId="AD" clId="Web-{4269EC18-FFAA-6071-A965-D98F4FD66170}" dt="2024-11-04T18:06:39.298" v="165" actId="20577"/>
        <pc:sldMkLst>
          <pc:docMk/>
          <pc:sldMk cId="2740886935" sldId="258"/>
        </pc:sldMkLst>
        <pc:spChg chg="mod">
          <ac:chgData name="MAC ARTHUR GARCIA FERNANDES MACHADO" userId="S::mac.machado@fatec.sp.gov.br::a0042f57-03f5-47f4-a1dd-6e71ac288a19" providerId="AD" clId="Web-{4269EC18-FFAA-6071-A965-D98F4FD66170}" dt="2024-11-04T17:57:09.450" v="118" actId="20577"/>
          <ac:spMkLst>
            <pc:docMk/>
            <pc:sldMk cId="2740886935" sldId="258"/>
            <ac:spMk id="2" creationId="{6AA41BCF-B601-3A81-9E02-6BB22CE7D740}"/>
          </ac:spMkLst>
        </pc:spChg>
        <pc:spChg chg="mod">
          <ac:chgData name="MAC ARTHUR GARCIA FERNANDES MACHADO" userId="S::mac.machado@fatec.sp.gov.br::a0042f57-03f5-47f4-a1dd-6e71ac288a19" providerId="AD" clId="Web-{4269EC18-FFAA-6071-A965-D98F4FD66170}" dt="2024-11-04T18:01:09.287" v="143" actId="20577"/>
          <ac:spMkLst>
            <pc:docMk/>
            <pc:sldMk cId="2740886935" sldId="258"/>
            <ac:spMk id="3" creationId="{9E70D557-990B-0151-DB65-162BAED566F4}"/>
          </ac:spMkLst>
        </pc:spChg>
        <pc:spChg chg="mod">
          <ac:chgData name="MAC ARTHUR GARCIA FERNANDES MACHADO" userId="S::mac.machado@fatec.sp.gov.br::a0042f57-03f5-47f4-a1dd-6e71ac288a19" providerId="AD" clId="Web-{4269EC18-FFAA-6071-A965-D98F4FD66170}" dt="2024-11-04T18:01:28.975" v="147" actId="20577"/>
          <ac:spMkLst>
            <pc:docMk/>
            <pc:sldMk cId="2740886935" sldId="258"/>
            <ac:spMk id="4" creationId="{7B5F8690-5037-09E6-8EB6-A027ADFB3C63}"/>
          </ac:spMkLst>
        </pc:spChg>
        <pc:spChg chg="add del">
          <ac:chgData name="MAC ARTHUR GARCIA FERNANDES MACHADO" userId="S::mac.machado@fatec.sp.gov.br::a0042f57-03f5-47f4-a1dd-6e71ac288a19" providerId="AD" clId="Web-{4269EC18-FFAA-6071-A965-D98F4FD66170}" dt="2024-11-04T17:57:52.155" v="122"/>
          <ac:spMkLst>
            <pc:docMk/>
            <pc:sldMk cId="2740886935" sldId="258"/>
            <ac:spMk id="5" creationId="{78FC4FAB-FEF8-C3D5-1F15-FEB8EE5404CF}"/>
          </ac:spMkLst>
        </pc:spChg>
        <pc:spChg chg="add mod">
          <ac:chgData name="MAC ARTHUR GARCIA FERNANDES MACHADO" userId="S::mac.machado@fatec.sp.gov.br::a0042f57-03f5-47f4-a1dd-6e71ac288a19" providerId="AD" clId="Web-{4269EC18-FFAA-6071-A965-D98F4FD66170}" dt="2024-11-04T18:06:39.298" v="165" actId="20577"/>
          <ac:spMkLst>
            <pc:docMk/>
            <pc:sldMk cId="2740886935" sldId="258"/>
            <ac:spMk id="6" creationId="{4D1F750F-1D95-1FF9-EFC9-A2FCF104D35F}"/>
          </ac:spMkLst>
        </pc:spChg>
        <pc:spChg chg="add del">
          <ac:chgData name="MAC ARTHUR GARCIA FERNANDES MACHADO" userId="S::mac.machado@fatec.sp.gov.br::a0042f57-03f5-47f4-a1dd-6e71ac288a19" providerId="AD" clId="Web-{4269EC18-FFAA-6071-A965-D98F4FD66170}" dt="2024-11-04T17:58:43.563" v="127"/>
          <ac:spMkLst>
            <pc:docMk/>
            <pc:sldMk cId="2740886935" sldId="258"/>
            <ac:spMk id="8" creationId="{C02AFD2C-DD03-E027-8A54-1522DFC2BCD5}"/>
          </ac:spMkLst>
        </pc:spChg>
      </pc:sldChg>
      <pc:sldChg chg="addSp delSp modSp new addAnim">
        <pc:chgData name="MAC ARTHUR GARCIA FERNANDES MACHADO" userId="S::mac.machado@fatec.sp.gov.br::a0042f57-03f5-47f4-a1dd-6e71ac288a19" providerId="AD" clId="Web-{4269EC18-FFAA-6071-A965-D98F4FD66170}" dt="2024-11-04T18:07:56.754" v="168"/>
        <pc:sldMkLst>
          <pc:docMk/>
          <pc:sldMk cId="2659852883" sldId="259"/>
        </pc:sldMkLst>
        <pc:spChg chg="mod">
          <ac:chgData name="MAC ARTHUR GARCIA FERNANDES MACHADO" userId="S::mac.machado@fatec.sp.gov.br::a0042f57-03f5-47f4-a1dd-6e71ac288a19" providerId="AD" clId="Web-{4269EC18-FFAA-6071-A965-D98F4FD66170}" dt="2024-11-04T18:02:33.790" v="150" actId="20577"/>
          <ac:spMkLst>
            <pc:docMk/>
            <pc:sldMk cId="2659852883" sldId="259"/>
            <ac:spMk id="2" creationId="{BBE9EF10-A976-ECE4-0C59-46FB9E6CD384}"/>
          </ac:spMkLst>
        </pc:spChg>
        <pc:spChg chg="mod">
          <ac:chgData name="MAC ARTHUR GARCIA FERNANDES MACHADO" userId="S::mac.machado@fatec.sp.gov.br::a0042f57-03f5-47f4-a1dd-6e71ac288a19" providerId="AD" clId="Web-{4269EC18-FFAA-6071-A965-D98F4FD66170}" dt="2024-11-04T18:07:47.707" v="167" actId="20577"/>
          <ac:spMkLst>
            <pc:docMk/>
            <pc:sldMk cId="2659852883" sldId="259"/>
            <ac:spMk id="3" creationId="{337DC277-C950-F081-980F-A4AF1F90412A}"/>
          </ac:spMkLst>
        </pc:spChg>
        <pc:spChg chg="del">
          <ac:chgData name="MAC ARTHUR GARCIA FERNANDES MACHADO" userId="S::mac.machado@fatec.sp.gov.br::a0042f57-03f5-47f4-a1dd-6e71ac288a19" providerId="AD" clId="Web-{4269EC18-FFAA-6071-A965-D98F4FD66170}" dt="2024-11-04T18:02:38.274" v="151"/>
          <ac:spMkLst>
            <pc:docMk/>
            <pc:sldMk cId="2659852883" sldId="259"/>
            <ac:spMk id="4" creationId="{17A20A49-6F5A-A945-B797-B9C09B6CBE5E}"/>
          </ac:spMkLst>
        </pc:spChg>
        <pc:spChg chg="add mod">
          <ac:chgData name="MAC ARTHUR GARCIA FERNANDES MACHADO" userId="S::mac.machado@fatec.sp.gov.br::a0042f57-03f5-47f4-a1dd-6e71ac288a19" providerId="AD" clId="Web-{4269EC18-FFAA-6071-A965-D98F4FD66170}" dt="2024-11-04T18:06:15.313" v="163" actId="20577"/>
          <ac:spMkLst>
            <pc:docMk/>
            <pc:sldMk cId="2659852883" sldId="259"/>
            <ac:spMk id="5" creationId="{DDA29739-B03C-358F-E38D-BD22A0F007C9}"/>
          </ac:spMkLst>
        </pc:spChg>
      </pc:sldChg>
      <pc:sldChg chg="addSp delSp modSp new addAnim">
        <pc:chgData name="MAC ARTHUR GARCIA FERNANDES MACHADO" userId="S::mac.machado@fatec.sp.gov.br::a0042f57-03f5-47f4-a1dd-6e71ac288a19" providerId="AD" clId="Web-{4269EC18-FFAA-6071-A965-D98F4FD66170}" dt="2024-11-04T18:10:00.211" v="183"/>
        <pc:sldMkLst>
          <pc:docMk/>
          <pc:sldMk cId="3076398775" sldId="260"/>
        </pc:sldMkLst>
        <pc:spChg chg="mod">
          <ac:chgData name="MAC ARTHUR GARCIA FERNANDES MACHADO" userId="S::mac.machado@fatec.sp.gov.br::a0042f57-03f5-47f4-a1dd-6e71ac288a19" providerId="AD" clId="Web-{4269EC18-FFAA-6071-A965-D98F4FD66170}" dt="2024-11-04T18:08:35.990" v="170" actId="20577"/>
          <ac:spMkLst>
            <pc:docMk/>
            <pc:sldMk cId="3076398775" sldId="260"/>
            <ac:spMk id="2" creationId="{AD592305-87FF-758A-F253-6314D6D4DDCA}"/>
          </ac:spMkLst>
        </pc:spChg>
        <pc:spChg chg="mod">
          <ac:chgData name="MAC ARTHUR GARCIA FERNANDES MACHADO" userId="S::mac.machado@fatec.sp.gov.br::a0042f57-03f5-47f4-a1dd-6e71ac288a19" providerId="AD" clId="Web-{4269EC18-FFAA-6071-A965-D98F4FD66170}" dt="2024-11-04T18:09:59.961" v="182" actId="20577"/>
          <ac:spMkLst>
            <pc:docMk/>
            <pc:sldMk cId="3076398775" sldId="260"/>
            <ac:spMk id="3" creationId="{C2786D99-DBC1-59C9-1913-D9630217011A}"/>
          </ac:spMkLst>
        </pc:spChg>
        <pc:spChg chg="del mod">
          <ac:chgData name="MAC ARTHUR GARCIA FERNANDES MACHADO" userId="S::mac.machado@fatec.sp.gov.br::a0042f57-03f5-47f4-a1dd-6e71ac288a19" providerId="AD" clId="Web-{4269EC18-FFAA-6071-A965-D98F4FD66170}" dt="2024-11-04T18:09:30.773" v="179"/>
          <ac:spMkLst>
            <pc:docMk/>
            <pc:sldMk cId="3076398775" sldId="260"/>
            <ac:spMk id="4" creationId="{CC6F13E4-CF1F-FCB3-A64A-5344B7547F9A}"/>
          </ac:spMkLst>
        </pc:spChg>
        <pc:spChg chg="add mod">
          <ac:chgData name="MAC ARTHUR GARCIA FERNANDES MACHADO" userId="S::mac.machado@fatec.sp.gov.br::a0042f57-03f5-47f4-a1dd-6e71ac288a19" providerId="AD" clId="Web-{4269EC18-FFAA-6071-A965-D98F4FD66170}" dt="2024-11-04T18:09:24.773" v="178" actId="20577"/>
          <ac:spMkLst>
            <pc:docMk/>
            <pc:sldMk cId="3076398775" sldId="260"/>
            <ac:spMk id="5" creationId="{CCA763A2-86F3-C882-A06C-9905EDB23532}"/>
          </ac:spMkLst>
        </pc:spChg>
      </pc:sldChg>
      <pc:sldChg chg="modSp new del">
        <pc:chgData name="MAC ARTHUR GARCIA FERNANDES MACHADO" userId="S::mac.machado@fatec.sp.gov.br::a0042f57-03f5-47f4-a1dd-6e71ac288a19" providerId="AD" clId="Web-{4269EC18-FFAA-6071-A965-D98F4FD66170}" dt="2024-11-04T18:11:59.419" v="190"/>
        <pc:sldMkLst>
          <pc:docMk/>
          <pc:sldMk cId="1103770218" sldId="261"/>
        </pc:sldMkLst>
        <pc:spChg chg="mod">
          <ac:chgData name="MAC ARTHUR GARCIA FERNANDES MACHADO" userId="S::mac.machado@fatec.sp.gov.br::a0042f57-03f5-47f4-a1dd-6e71ac288a19" providerId="AD" clId="Web-{4269EC18-FFAA-6071-A965-D98F4FD66170}" dt="2024-11-04T18:11:40.262" v="189" actId="20577"/>
          <ac:spMkLst>
            <pc:docMk/>
            <pc:sldMk cId="1103770218" sldId="261"/>
            <ac:spMk id="2" creationId="{974D00AF-5D83-89C2-0DC6-E2492A9943F0}"/>
          </ac:spMkLst>
        </pc:spChg>
      </pc:sldChg>
      <pc:sldChg chg="addSp modSp new mod setBg">
        <pc:chgData name="MAC ARTHUR GARCIA FERNANDES MACHADO" userId="S::mac.machado@fatec.sp.gov.br::a0042f57-03f5-47f4-a1dd-6e71ac288a19" providerId="AD" clId="Web-{4269EC18-FFAA-6071-A965-D98F4FD66170}" dt="2024-11-04T18:13:38.641" v="206"/>
        <pc:sldMkLst>
          <pc:docMk/>
          <pc:sldMk cId="1177316505" sldId="261"/>
        </pc:sldMkLst>
        <pc:spChg chg="mod">
          <ac:chgData name="MAC ARTHUR GARCIA FERNANDES MACHADO" userId="S::mac.machado@fatec.sp.gov.br::a0042f57-03f5-47f4-a1dd-6e71ac288a19" providerId="AD" clId="Web-{4269EC18-FFAA-6071-A965-D98F4FD66170}" dt="2024-11-04T18:13:38.641" v="206"/>
          <ac:spMkLst>
            <pc:docMk/>
            <pc:sldMk cId="1177316505" sldId="261"/>
            <ac:spMk id="2" creationId="{22CFF5E9-AA66-D16B-296B-F3498DA3280D}"/>
          </ac:spMkLst>
        </pc:spChg>
        <pc:spChg chg="add">
          <ac:chgData name="MAC ARTHUR GARCIA FERNANDES MACHADO" userId="S::mac.machado@fatec.sp.gov.br::a0042f57-03f5-47f4-a1dd-6e71ac288a19" providerId="AD" clId="Web-{4269EC18-FFAA-6071-A965-D98F4FD66170}" dt="2024-11-04T18:13:38.641" v="206"/>
          <ac:spMkLst>
            <pc:docMk/>
            <pc:sldMk cId="1177316505" sldId="261"/>
            <ac:spMk id="9" creationId="{0BABF38A-8A0D-492E-BD20-6CF4D46B50BD}"/>
          </ac:spMkLst>
        </pc:spChg>
        <pc:spChg chg="add">
          <ac:chgData name="MAC ARTHUR GARCIA FERNANDES MACHADO" userId="S::mac.machado@fatec.sp.gov.br::a0042f57-03f5-47f4-a1dd-6e71ac288a19" providerId="AD" clId="Web-{4269EC18-FFAA-6071-A965-D98F4FD66170}" dt="2024-11-04T18:13:38.641" v="206"/>
          <ac:spMkLst>
            <pc:docMk/>
            <pc:sldMk cId="1177316505" sldId="261"/>
            <ac:spMk id="13" creationId="{310E06F9-9F12-4D1B-92C0-4B30818D093E}"/>
          </ac:spMkLst>
        </pc:spChg>
        <pc:spChg chg="add">
          <ac:chgData name="MAC ARTHUR GARCIA FERNANDES MACHADO" userId="S::mac.machado@fatec.sp.gov.br::a0042f57-03f5-47f4-a1dd-6e71ac288a19" providerId="AD" clId="Web-{4269EC18-FFAA-6071-A965-D98F4FD66170}" dt="2024-11-04T18:13:38.641" v="206"/>
          <ac:spMkLst>
            <pc:docMk/>
            <pc:sldMk cId="1177316505" sldId="261"/>
            <ac:spMk id="15" creationId="{7DA29CF3-8B8B-4DDF-A19B-72E0059DD5DC}"/>
          </ac:spMkLst>
        </pc:spChg>
        <pc:grpChg chg="add">
          <ac:chgData name="MAC ARTHUR GARCIA FERNANDES MACHADO" userId="S::mac.machado@fatec.sp.gov.br::a0042f57-03f5-47f4-a1dd-6e71ac288a19" providerId="AD" clId="Web-{4269EC18-FFAA-6071-A965-D98F4FD66170}" dt="2024-11-04T18:13:38.641" v="206"/>
          <ac:grpSpMkLst>
            <pc:docMk/>
            <pc:sldMk cId="1177316505" sldId="261"/>
            <ac:grpSpMk id="17" creationId="{2C96D671-CB09-4A40-87DE-E5042068B0E0}"/>
          </ac:grpSpMkLst>
        </pc:grpChg>
        <pc:picChg chg="add mod">
          <ac:chgData name="MAC ARTHUR GARCIA FERNANDES MACHADO" userId="S::mac.machado@fatec.sp.gov.br::a0042f57-03f5-47f4-a1dd-6e71ac288a19" providerId="AD" clId="Web-{4269EC18-FFAA-6071-A965-D98F4FD66170}" dt="2024-11-04T18:13:38.641" v="206"/>
          <ac:picMkLst>
            <pc:docMk/>
            <pc:sldMk cId="1177316505" sldId="261"/>
            <ac:picMk id="4" creationId="{1DBFB1DF-4F71-8B8C-58FB-D6A3BED2E0DC}"/>
          </ac:picMkLst>
        </pc:picChg>
        <pc:picChg chg="add">
          <ac:chgData name="MAC ARTHUR GARCIA FERNANDES MACHADO" userId="S::mac.machado@fatec.sp.gov.br::a0042f57-03f5-47f4-a1dd-6e71ac288a19" providerId="AD" clId="Web-{4269EC18-FFAA-6071-A965-D98F4FD66170}" dt="2024-11-04T18:13:38.641" v="206"/>
          <ac:picMkLst>
            <pc:docMk/>
            <pc:sldMk cId="1177316505" sldId="261"/>
            <ac:picMk id="11" creationId="{BC526B7A-4801-4FD1-95C8-03AF22629E87}"/>
          </ac:picMkLst>
        </pc:picChg>
      </pc:sldChg>
      <pc:sldMasterChg chg="del delSldLayout">
        <pc:chgData name="MAC ARTHUR GARCIA FERNANDES MACHADO" userId="S::mac.machado@fatec.sp.gov.br::a0042f57-03f5-47f4-a1dd-6e71ac288a19" providerId="AD" clId="Web-{4269EC18-FFAA-6071-A965-D98F4FD66170}" dt="2024-11-04T17:47:37.852" v="0"/>
        <pc:sldMasterMkLst>
          <pc:docMk/>
          <pc:sldMasterMk cId="2371758177" sldId="2147483660"/>
        </pc:sldMasterMkLst>
        <pc:sldLayoutChg chg="del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371758177" sldId="2147483660"/>
            <pc:sldLayoutMk cId="3129878285" sldId="2147483661"/>
          </pc:sldLayoutMkLst>
        </pc:sldLayoutChg>
        <pc:sldLayoutChg chg="del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371758177" sldId="2147483660"/>
            <pc:sldLayoutMk cId="572029412" sldId="2147483662"/>
          </pc:sldLayoutMkLst>
        </pc:sldLayoutChg>
        <pc:sldLayoutChg chg="del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371758177" sldId="2147483660"/>
            <pc:sldLayoutMk cId="3636461385" sldId="2147483663"/>
          </pc:sldLayoutMkLst>
        </pc:sldLayoutChg>
        <pc:sldLayoutChg chg="del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371758177" sldId="2147483660"/>
            <pc:sldLayoutMk cId="3626050071" sldId="2147483664"/>
          </pc:sldLayoutMkLst>
        </pc:sldLayoutChg>
        <pc:sldLayoutChg chg="del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371758177" sldId="2147483660"/>
            <pc:sldLayoutMk cId="4223613637" sldId="2147483665"/>
          </pc:sldLayoutMkLst>
        </pc:sldLayoutChg>
        <pc:sldLayoutChg chg="del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371758177" sldId="2147483660"/>
            <pc:sldLayoutMk cId="986665687" sldId="2147483666"/>
          </pc:sldLayoutMkLst>
        </pc:sldLayoutChg>
        <pc:sldLayoutChg chg="del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371758177" sldId="2147483660"/>
            <pc:sldLayoutMk cId="2924672457" sldId="2147483667"/>
          </pc:sldLayoutMkLst>
        </pc:sldLayoutChg>
        <pc:sldLayoutChg chg="del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371758177" sldId="2147483660"/>
            <pc:sldLayoutMk cId="1650365514" sldId="2147483668"/>
          </pc:sldLayoutMkLst>
        </pc:sldLayoutChg>
        <pc:sldLayoutChg chg="del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371758177" sldId="2147483660"/>
            <pc:sldLayoutMk cId="746702124" sldId="2147483669"/>
          </pc:sldLayoutMkLst>
        </pc:sldLayoutChg>
        <pc:sldLayoutChg chg="del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371758177" sldId="2147483660"/>
            <pc:sldLayoutMk cId="61784523" sldId="2147483670"/>
          </pc:sldLayoutMkLst>
        </pc:sldLayoutChg>
        <pc:sldLayoutChg chg="del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371758177" sldId="2147483660"/>
            <pc:sldLayoutMk cId="1164236222" sldId="2147483671"/>
          </pc:sldLayoutMkLst>
        </pc:sldLayoutChg>
      </pc:sldMasterChg>
      <pc:sldMasterChg chg="add addSldLayout">
        <pc:chgData name="MAC ARTHUR GARCIA FERNANDES MACHADO" userId="S::mac.machado@fatec.sp.gov.br::a0042f57-03f5-47f4-a1dd-6e71ac288a19" providerId="AD" clId="Web-{4269EC18-FFAA-6071-A965-D98F4FD66170}" dt="2024-11-04T17:47:37.852" v="0"/>
        <pc:sldMasterMkLst>
          <pc:docMk/>
          <pc:sldMasterMk cId="2830100703" sldId="2147483737"/>
        </pc:sldMasterMkLst>
        <pc:sldLayoutChg chg="add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830100703" sldId="2147483737"/>
            <pc:sldLayoutMk cId="519153578" sldId="2147483726"/>
          </pc:sldLayoutMkLst>
        </pc:sldLayoutChg>
        <pc:sldLayoutChg chg="add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830100703" sldId="2147483737"/>
            <pc:sldLayoutMk cId="2661968404" sldId="2147483727"/>
          </pc:sldLayoutMkLst>
        </pc:sldLayoutChg>
        <pc:sldLayoutChg chg="add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830100703" sldId="2147483737"/>
            <pc:sldLayoutMk cId="1886171721" sldId="2147483728"/>
          </pc:sldLayoutMkLst>
        </pc:sldLayoutChg>
        <pc:sldLayoutChg chg="add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830100703" sldId="2147483737"/>
            <pc:sldLayoutMk cId="898505199" sldId="2147483729"/>
          </pc:sldLayoutMkLst>
        </pc:sldLayoutChg>
        <pc:sldLayoutChg chg="add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830100703" sldId="2147483737"/>
            <pc:sldLayoutMk cId="3766970165" sldId="2147483730"/>
          </pc:sldLayoutMkLst>
        </pc:sldLayoutChg>
        <pc:sldLayoutChg chg="add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830100703" sldId="2147483737"/>
            <pc:sldLayoutMk cId="1081968599" sldId="2147483731"/>
          </pc:sldLayoutMkLst>
        </pc:sldLayoutChg>
        <pc:sldLayoutChg chg="add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830100703" sldId="2147483737"/>
            <pc:sldLayoutMk cId="3764584922" sldId="2147483732"/>
          </pc:sldLayoutMkLst>
        </pc:sldLayoutChg>
        <pc:sldLayoutChg chg="add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830100703" sldId="2147483737"/>
            <pc:sldLayoutMk cId="2574653932" sldId="2147483733"/>
          </pc:sldLayoutMkLst>
        </pc:sldLayoutChg>
        <pc:sldLayoutChg chg="add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830100703" sldId="2147483737"/>
            <pc:sldLayoutMk cId="105005377" sldId="2147483734"/>
          </pc:sldLayoutMkLst>
        </pc:sldLayoutChg>
        <pc:sldLayoutChg chg="add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830100703" sldId="2147483737"/>
            <pc:sldLayoutMk cId="1011005240" sldId="2147483735"/>
          </pc:sldLayoutMkLst>
        </pc:sldLayoutChg>
        <pc:sldLayoutChg chg="add">
          <pc:chgData name="MAC ARTHUR GARCIA FERNANDES MACHADO" userId="S::mac.machado@fatec.sp.gov.br::a0042f57-03f5-47f4-a1dd-6e71ac288a19" providerId="AD" clId="Web-{4269EC18-FFAA-6071-A965-D98F4FD66170}" dt="2024-11-04T17:47:37.852" v="0"/>
          <pc:sldLayoutMkLst>
            <pc:docMk/>
            <pc:sldMasterMk cId="2830100703" sldId="2147483737"/>
            <pc:sldLayoutMk cId="2613712192" sldId="214748373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E18FA9B-3E06-41AF-BDF7-6710797097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0F9B942-99CF-4AC4-9F77-E625D2C71C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7348129-1D48-4BC0-A8DB-DE2F4BBEA824}" type="datetime1">
              <a:rPr lang="pt-BR" smtClean="0"/>
              <a:t>04/11/2024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CAD4C1D-64AA-4DA1-8A75-FCF5ECA450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D886DA9-2A38-4F39-B33B-4F7B5E4444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775EF03-110B-4710-A708-FEF1927612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3214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4C4A0FF-11C3-4916-A589-DFB00A47FD91}" type="datetime1">
              <a:rPr lang="pt-BR" noProof="0" smtClean="0"/>
              <a:t>04/11/2024</a:t>
            </a:fld>
            <a:endParaRPr lang="pt-BR" noProof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18CCA95-4F40-4CDD-BF1E-B8C9EB86EE73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5662959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18CCA95-4F40-4CDD-BF1E-B8C9EB86EE73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180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0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11/4/2024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712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53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6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11/4/2024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71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11/4/2024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05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11/4/2024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7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6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8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65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11/4/2024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10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4" r:id="rId8"/>
    <p:sldLayoutId id="2147483731" r:id="rId9"/>
    <p:sldLayoutId id="2147483732" r:id="rId10"/>
    <p:sldLayoutId id="214748373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644DE9-8D09-43E2-BA69-F57482CFC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23C919-B32E-40FF-B3D8-631316E84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3" descr="Uma lâmpada colorida com ícones de negócios">
            <a:extLst>
              <a:ext uri="{FF2B5EF4-FFF2-40B4-BE49-F238E27FC236}">
                <a16:creationId xmlns:a16="http://schemas.microsoft.com/office/drawing/2014/main" id="{B75F0CE7-DA2C-F9E9-5697-D72FEE88DF2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9738" r="-2" b="9886"/>
          <a:stretch/>
        </p:blipFill>
        <p:spPr>
          <a:xfrm>
            <a:off x="20" y="10"/>
            <a:ext cx="12191980" cy="68566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FB28281-3783-403A-B1AB-0182A003D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740211"/>
            <a:ext cx="7530685" cy="3163864"/>
          </a:xfrm>
        </p:spPr>
        <p:txBody>
          <a:bodyPr rtlCol="0">
            <a:normAutofit/>
          </a:bodyPr>
          <a:lstStyle/>
          <a:p>
            <a:pPr algn="l"/>
            <a:r>
              <a:rPr lang="pt-BR" sz="5200" dirty="0">
                <a:solidFill>
                  <a:srgbClr val="FFFFFF"/>
                </a:solidFill>
                <a:ea typeface="+mj-lt"/>
                <a:cs typeface="+mj-lt"/>
              </a:rPr>
              <a:t>Soluções Profissionais em Sites e Identidade Visual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542EAC-8BF3-4BFD-9891-145BC4940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074515"/>
            <a:ext cx="7583133" cy="12791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t-BR" sz="2200" dirty="0">
                <a:solidFill>
                  <a:srgbClr val="FFFFFF"/>
                </a:solidFill>
                <a:ea typeface="+mn-lt"/>
                <a:cs typeface="+mn-lt"/>
              </a:rPr>
              <a:t>Construção de Sites | Manutenção de Sites | Identidade Visual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3726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DEA90-24D7-30B6-1D72-4FB88BB04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a typeface="+mj-lt"/>
                <a:cs typeface="+mj-lt"/>
              </a:rPr>
              <a:t>Nossa Missão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9CD4EE-67B5-0676-1C58-32CF268BA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Oferecer serviços de qualidade em design e desenvolvimento web, para fortalecer a presença digital dos nossos clientes.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451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A41BCF-B601-3A81-9E02-6BB22CE7D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a typeface="+mj-lt"/>
                <a:cs typeface="+mj-lt"/>
              </a:rPr>
              <a:t>Serviço de Construção de Sites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70D557-990B-0151-DB65-162BAED56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2875172"/>
            <a:ext cx="5618615" cy="33017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+mn-lt"/>
                <a:cs typeface="+mn-lt"/>
              </a:rPr>
              <a:t>Design exclusivo e adaptável</a:t>
            </a:r>
            <a:endParaRPr lang="pt-BR"/>
          </a:p>
          <a:p>
            <a:r>
              <a:rPr lang="pt-BR">
                <a:ea typeface="+mn-lt"/>
                <a:cs typeface="+mn-lt"/>
              </a:rPr>
              <a:t>Experiência otimizada para todos os dispositivos</a:t>
            </a:r>
            <a:endParaRPr lang="pt-BR"/>
          </a:p>
          <a:p>
            <a:r>
              <a:rPr lang="pt-BR">
                <a:ea typeface="+mn-lt"/>
                <a:cs typeface="+mn-lt"/>
              </a:rPr>
              <a:t>SEO básico para visibilidade no Google</a:t>
            </a:r>
            <a:endParaRPr lang="pt-BR"/>
          </a:p>
          <a:p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5F8690-5037-09E6-8EB6-A027ADFB3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14690" y="2875172"/>
            <a:ext cx="5618614" cy="33017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Integração com Redes Sociais </a:t>
            </a:r>
          </a:p>
          <a:p>
            <a:r>
              <a:rPr lang="pt-BR" dirty="0">
                <a:ea typeface="+mn-lt"/>
                <a:cs typeface="+mn-lt"/>
              </a:rPr>
              <a:t>Análise de Desempenho</a:t>
            </a:r>
          </a:p>
          <a:p>
            <a:r>
              <a:rPr lang="pt-BR" dirty="0">
                <a:ea typeface="+mn-lt"/>
                <a:cs typeface="+mn-lt"/>
              </a:rPr>
              <a:t>Suporte Técnico Contínuo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D1F750F-1D95-1FF9-EFC9-A2FCF104D35F}"/>
              </a:ext>
            </a:extLst>
          </p:cNvPr>
          <p:cNvSpPr txBox="1"/>
          <p:nvPr/>
        </p:nvSpPr>
        <p:spPr>
          <a:xfrm>
            <a:off x="461673" y="1507066"/>
            <a:ext cx="1126801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ea typeface="+mn-lt"/>
                <a:cs typeface="+mn-lt"/>
              </a:rPr>
              <a:t>Desenvolvemos sites responsivos e modernos, personalizados para atender às necessidades de cada cliente.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740886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9EF10-A976-ECE4-0C59-46FB9E6CD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a typeface="+mj-lt"/>
                <a:cs typeface="+mj-lt"/>
              </a:rPr>
              <a:t>Serviço de Manutenção de Sites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7DC277-C950-F081-980F-A4AF1F904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3018944"/>
            <a:ext cx="10895105" cy="31580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Atualizações regulares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Monitoramento de segurança</a:t>
            </a:r>
            <a:endParaRPr lang="pt-BR" dirty="0"/>
          </a:p>
          <a:p>
            <a:r>
              <a:rPr lang="pt-BR">
                <a:ea typeface="+mn-lt"/>
                <a:cs typeface="+mn-lt"/>
              </a:rPr>
              <a:t>Suporte técnico ágil</a:t>
            </a:r>
            <a:endParaRPr lang="pt-BR"/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DA29739-B03C-358F-E38D-BD22A0F007C9}"/>
              </a:ext>
            </a:extLst>
          </p:cNvPr>
          <p:cNvSpPr txBox="1"/>
          <p:nvPr/>
        </p:nvSpPr>
        <p:spPr>
          <a:xfrm>
            <a:off x="451449" y="1524000"/>
            <a:ext cx="11283030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ea typeface="+mn-lt"/>
                <a:cs typeface="+mn-lt"/>
              </a:rPr>
              <a:t>Garantimos que seu site esteja sempre atualizado, seguro e com desempenho ideal.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985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92305-87FF-758A-F253-6314D6D4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a typeface="+mj-lt"/>
                <a:cs typeface="+mj-lt"/>
              </a:rPr>
              <a:t>Criação de Identidade Visual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786D99-DBC1-59C9-1913-D963021701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2860794"/>
            <a:ext cx="11268916" cy="33161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Logotipos e cores personalizadas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Tipografia e estilos visuais únicos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Aplicação em redes sociais e materiais impressos</a:t>
            </a:r>
            <a:endParaRPr lang="pt-BR" dirty="0"/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CA763A2-86F3-C882-A06C-9905EDB23532}"/>
              </a:ext>
            </a:extLst>
          </p:cNvPr>
          <p:cNvSpPr txBox="1"/>
          <p:nvPr/>
        </p:nvSpPr>
        <p:spPr>
          <a:xfrm>
            <a:off x="464868" y="1405467"/>
            <a:ext cx="1126066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ea typeface="+mn-lt"/>
                <a:cs typeface="+mn-lt"/>
              </a:rPr>
              <a:t>Construa uma identidade visual única e coerente para destacar seu negócio no mercado.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07639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10E06F9-9F12-4D1B-92C0-4B30818D0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A29CF3-8B8B-4DDF-A19B-72E0059DD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CFF5E9-AA66-D16B-296B-F3498DA32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909"/>
            <a:ext cx="5562600" cy="26078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Segue a apresentação do site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96D671-CB09-4A40-87DE-E5042068B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8167025" y="76200"/>
            <a:ext cx="3997615" cy="6816079"/>
            <a:chOff x="8059620" y="41922"/>
            <a:chExt cx="3997615" cy="681607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1A0628A-CD3B-450E-BF5A-04678A41E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18" b="17291"/>
            <a:stretch/>
          </p:blipFill>
          <p:spPr>
            <a:xfrm flipH="1">
              <a:off x="8059620" y="1345934"/>
              <a:ext cx="3997615" cy="551206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96386AA-8B39-4EAE-8E84-F62C12CCE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690"/>
            <a:stretch/>
          </p:blipFill>
          <p:spPr>
            <a:xfrm>
              <a:off x="8915400" y="41922"/>
              <a:ext cx="3141835" cy="6816077"/>
            </a:xfrm>
            <a:prstGeom prst="rect">
              <a:avLst/>
            </a:prstGeom>
          </p:spPr>
        </p:pic>
      </p:grpSp>
      <p:pic>
        <p:nvPicPr>
          <p:cNvPr id="4" name="Picture 3" descr="Uma lâmpada colorida com ícones de negócios">
            <a:extLst>
              <a:ext uri="{FF2B5EF4-FFF2-40B4-BE49-F238E27FC236}">
                <a16:creationId xmlns:a16="http://schemas.microsoft.com/office/drawing/2014/main" id="{1DBFB1DF-4F71-8B8C-58FB-D6A3BED2E0D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13500" r="16498" b="-3"/>
          <a:stretch/>
        </p:blipFill>
        <p:spPr>
          <a:xfrm>
            <a:off x="6671775" y="891938"/>
            <a:ext cx="5046291" cy="5046291"/>
          </a:xfrm>
          <a:custGeom>
            <a:avLst/>
            <a:gdLst/>
            <a:ahLst/>
            <a:cxnLst/>
            <a:rect l="l" t="t" r="r" b="b"/>
            <a:pathLst>
              <a:path w="4800600" h="4800600">
                <a:moveTo>
                  <a:pt x="2400300" y="0"/>
                </a:moveTo>
                <a:cubicBezTo>
                  <a:pt x="3725949" y="0"/>
                  <a:pt x="4800600" y="1074651"/>
                  <a:pt x="4800600" y="2400300"/>
                </a:cubicBezTo>
                <a:cubicBezTo>
                  <a:pt x="4800600" y="3725949"/>
                  <a:pt x="3725949" y="4800600"/>
                  <a:pt x="2400300" y="4800600"/>
                </a:cubicBezTo>
                <a:cubicBezTo>
                  <a:pt x="1074651" y="4800600"/>
                  <a:pt x="0" y="3725949"/>
                  <a:pt x="0" y="2400300"/>
                </a:cubicBezTo>
                <a:cubicBezTo>
                  <a:pt x="0" y="1074651"/>
                  <a:pt x="1074651" y="0"/>
                  <a:pt x="240030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77316505"/>
      </p:ext>
    </p:extLst>
  </p:cSld>
  <p:clrMapOvr>
    <a:masterClrMapping/>
  </p:clrMapOvr>
</p:sld>
</file>

<file path=ppt/theme/theme1.xml><?xml version="1.0" encoding="utf-8"?>
<a:theme xmlns:a="http://schemas.openxmlformats.org/drawingml/2006/main" name="DappledVTI">
  <a:themeElements>
    <a:clrScheme name="AnalogousFromRegularSeedRightStep">
      <a:dk1>
        <a:srgbClr val="000000"/>
      </a:dk1>
      <a:lt1>
        <a:srgbClr val="FFFFFF"/>
      </a:lt1>
      <a:dk2>
        <a:srgbClr val="412824"/>
      </a:dk2>
      <a:lt2>
        <a:srgbClr val="E2E8E4"/>
      </a:lt2>
      <a:accent1>
        <a:srgbClr val="DC34AD"/>
      </a:accent1>
      <a:accent2>
        <a:srgbClr val="CA2255"/>
      </a:accent2>
      <a:accent3>
        <a:srgbClr val="DC4734"/>
      </a:accent3>
      <a:accent4>
        <a:srgbClr val="CA7B22"/>
      </a:accent4>
      <a:accent5>
        <a:srgbClr val="AFA829"/>
      </a:accent5>
      <a:accent6>
        <a:srgbClr val="7EB41E"/>
      </a:accent6>
      <a:hlink>
        <a:srgbClr val="31944D"/>
      </a:hlink>
      <a:folHlink>
        <a:srgbClr val="7F7F7F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B0F2AC-8567-4D03-BFFC-653DB596C52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50455F8-10A0-4EEF-9BB1-9035E295B1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2F7BF6-CD39-4568-B8BD-EA8D252E10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0</TotalTime>
  <Words>1</Words>
  <Application>Microsoft Office PowerPoint</Application>
  <PresentationFormat>Widescreen</PresentationFormat>
  <Paragraphs>1</Paragraphs>
  <Slides>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DappledVTI</vt:lpstr>
      <vt:lpstr>Soluções Profissionais em Sites e Identidade Visual</vt:lpstr>
      <vt:lpstr>Nossa Missão</vt:lpstr>
      <vt:lpstr>Serviço de Construção de Sites</vt:lpstr>
      <vt:lpstr>Serviço de Manutenção de Sites</vt:lpstr>
      <vt:lpstr>Criação de Identidade Visual</vt:lpstr>
      <vt:lpstr>Segue a apresentação do site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90</cp:revision>
  <dcterms:created xsi:type="dcterms:W3CDTF">2024-11-04T17:47:12Z</dcterms:created>
  <dcterms:modified xsi:type="dcterms:W3CDTF">2024-11-04T18:13:39Z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